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68ED"/>
    <a:srgbClr val="778EF1"/>
    <a:srgbClr val="0A1C64"/>
    <a:srgbClr val="5A95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DC570-4E17-C23A-F8C4-74BC47F77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AA2CD7-8D7F-89F9-F7B7-B80B1902E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D2A643-AAEC-2840-294E-2374938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C1C749-4E9F-B915-C8C2-572CC1E1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756341-5293-8DFD-4E06-7DD24DE9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701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083AD-9799-CD69-8AE5-D8CD00451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B6FDCB-ACF1-2E2B-9C05-0FA08EA8A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0981FB-2C12-375A-9ACA-6A7C5C19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CA7CDA-65A1-1794-521D-1F29D95D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F17804-5908-7978-A367-88E2E804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09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F6E9C-6532-BCEF-A01A-5D872B38A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57F140-2B6F-ABD5-0BBA-E70E08981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746D93-92F4-CB8A-878E-961EC217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A15F86-8D10-E433-64DC-00B6A0CE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7DD3AD-785C-536B-EE25-E390D399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86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2BF6F4-CDEB-3B85-53AC-DF2B720E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6ECD8A-E3C5-3FB6-09D5-092A79116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EC6B7D-54AC-94DD-B530-597023AF2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D5B0CE-CCDD-113D-E680-E0DAF20F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53219A-32C8-2B37-8B0D-516DF36A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D56A3D-D9E6-5F8F-9D24-99AD8F25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684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CAC73-1DFD-DEA0-7779-98AE1FAA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2897FE-3B1D-96A2-8592-F64B0FB08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0546F5-F903-0FB8-A655-C4365E0FA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422655-7D1F-D4D9-7404-BF7A92599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2B3DF-CE26-58AB-4A95-1DD1612A0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6CE0430-C1FB-B2AA-0718-1DD1C8AB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024C39-AB90-BC8C-45D8-162A0DAF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11A29C3-E3F8-D78B-F99D-9F521E1A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57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9F9AB-14F7-7F30-02F1-F40F358B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D4B9D3-63D4-7D1A-D72F-10C390A9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BE8A189-D6F4-E880-1860-2ABD3E36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1E44DA-818E-4905-ED69-75AE9E1F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20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9E470AD-EF3E-F0E4-269C-3461E559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B25472-42F0-3DC2-61FA-08809F2C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CDADDA-CF91-5B84-27C1-4336E70C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14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A68C1-DD0B-DE3D-3C50-06B1BDB3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D58FD-D7B8-D03F-7063-28CB69D97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EB3389-EBBD-69CD-F4F9-066B6CE0D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53D725-9D51-2865-3A4C-5CFE89F0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6C84AD-770C-A943-AEA4-DB493B69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D52850-1084-CBA5-C343-8670E142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21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E5D07-0D9A-1E31-22B0-45698BE8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AC1E26-CF23-B10C-2CD1-76B88CEF7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E453A7-9273-35A2-615E-E61251EA8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39F148-6713-DFE8-3F6F-F0057D8F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D46412-44CB-D961-BC7F-E72AEA56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E91CBE-3018-9BF4-2EE7-9FCA9EFD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60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0AB46-2B9F-C272-3E3A-39AD1E52A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011601-8B3A-D180-1565-0555347BE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4B4B1B-8981-5A55-F880-93612CBA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10482C-00C7-15B7-A9D2-3DF2A959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914BEC-057C-81A5-0244-2049A64A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42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3533394-A702-9E38-06F9-CD240AF96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211149-4856-80F3-AA7B-181F4A8B9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7B494F-E9B0-0BAF-00A3-A90EE2DC2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70BB43-D2C2-F9F2-B4C2-74B0CC1E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4522AA-F8BA-3CD5-F355-B23E52D2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4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6F248-5FBC-8D20-5C32-550D6EBBD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653692-D008-B333-20BA-EF69D5E5C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E2444C-F65F-1167-CB75-F4BBF8AE2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F6C6C-2C85-4FB1-B573-8E33636A2DFD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4C3F05-F632-E95B-43A9-4C5DD898B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0FED21-BD27-EA4C-1B1C-0FA573C01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5A7A3-9363-4841-A759-9309ED834F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27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A5B8660-DB38-62FD-6BF7-B8F808510AC3}"/>
              </a:ext>
            </a:extLst>
          </p:cNvPr>
          <p:cNvSpPr txBox="1"/>
          <p:nvPr/>
        </p:nvSpPr>
        <p:spPr>
          <a:xfrm>
            <a:off x="1386840" y="0"/>
            <a:ext cx="9418320" cy="11648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1600" b="1" spc="10" dirty="0">
                <a:solidFill>
                  <a:srgbClr val="778EF1"/>
                </a:solidFill>
              </a:rPr>
              <a:t>Министерство просвещения Республики Башкортостан </a:t>
            </a:r>
          </a:p>
          <a:p>
            <a:pPr algn="ctr">
              <a:lnSpc>
                <a:spcPct val="150000"/>
              </a:lnSpc>
            </a:pPr>
            <a:r>
              <a:rPr lang="ru-RU" sz="1600" b="1" spc="10" dirty="0">
                <a:solidFill>
                  <a:srgbClr val="778EF1"/>
                </a:solidFill>
              </a:rPr>
              <a:t>Государственное автономное профессиональное образовательное учреждение  </a:t>
            </a:r>
          </a:p>
          <a:p>
            <a:pPr algn="ctr">
              <a:lnSpc>
                <a:spcPct val="150000"/>
              </a:lnSpc>
            </a:pPr>
            <a:r>
              <a:rPr lang="ru-RU" sz="1600" b="1" spc="10" dirty="0">
                <a:solidFill>
                  <a:srgbClr val="778EF1"/>
                </a:solidFill>
              </a:rPr>
              <a:t>Уфимский колледж статистики, информатики и вычислительной техники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6D1397B-AE93-0EDC-5890-F3F048724EA2}"/>
              </a:ext>
            </a:extLst>
          </p:cNvPr>
          <p:cNvSpPr>
            <a:spLocks noGrp="1"/>
          </p:cNvSpPr>
          <p:nvPr/>
        </p:nvSpPr>
        <p:spPr>
          <a:xfrm>
            <a:off x="1386840" y="2949448"/>
            <a:ext cx="9418320" cy="959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 err="1">
                <a:solidFill>
                  <a:srgbClr val="4968ED"/>
                </a:solidFill>
              </a:rPr>
              <a:t>ПП.04.01</a:t>
            </a:r>
            <a:r>
              <a:rPr lang="ru-RU" sz="2400" b="1" dirty="0">
                <a:solidFill>
                  <a:srgbClr val="4968ED"/>
                </a:solidFill>
              </a:rPr>
              <a:t> Производственная практика </a:t>
            </a:r>
            <a:br>
              <a:rPr lang="ru-RU" sz="2400" b="1" dirty="0">
                <a:solidFill>
                  <a:srgbClr val="4968ED"/>
                </a:solidFill>
              </a:rPr>
            </a:br>
            <a:r>
              <a:rPr lang="ru-RU" sz="2400" b="1" dirty="0">
                <a:solidFill>
                  <a:srgbClr val="4968ED"/>
                </a:solidFill>
              </a:rPr>
              <a:t>по модулю </a:t>
            </a:r>
            <a:r>
              <a:rPr lang="ru-RU" sz="2400" b="1" dirty="0" err="1">
                <a:solidFill>
                  <a:srgbClr val="4968ED"/>
                </a:solidFill>
              </a:rPr>
              <a:t>ПМ.04</a:t>
            </a:r>
            <a:r>
              <a:rPr lang="ru-RU" sz="2400" b="1" dirty="0">
                <a:solidFill>
                  <a:srgbClr val="4968ED"/>
                </a:solidFill>
              </a:rPr>
              <a:t> Сопровождение и обслуживание программного обеспечение компьютерных систем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0E823F22-512F-2FB2-595E-CA15135D7146}"/>
              </a:ext>
            </a:extLst>
          </p:cNvPr>
          <p:cNvSpPr>
            <a:spLocks noGrp="1"/>
          </p:cNvSpPr>
          <p:nvPr/>
        </p:nvSpPr>
        <p:spPr>
          <a:xfrm>
            <a:off x="228600" y="4941824"/>
            <a:ext cx="5359400" cy="1691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b="1" dirty="0">
                <a:solidFill>
                  <a:srgbClr val="778EF1"/>
                </a:solidFill>
              </a:rPr>
              <a:t>Студент группы</a:t>
            </a:r>
            <a:r>
              <a:rPr lang="en-US" sz="1800" b="1" dirty="0">
                <a:solidFill>
                  <a:srgbClr val="778EF1"/>
                </a:solidFill>
              </a:rPr>
              <a:t>: </a:t>
            </a:r>
            <a:r>
              <a:rPr lang="ru-RU" sz="1800" b="1" dirty="0">
                <a:solidFill>
                  <a:srgbClr val="778EF1"/>
                </a:solidFill>
              </a:rPr>
              <a:t>22П–1 </a:t>
            </a:r>
            <a:r>
              <a:rPr lang="ru-RU" sz="1800" b="1" dirty="0" err="1">
                <a:solidFill>
                  <a:srgbClr val="778EF1"/>
                </a:solidFill>
              </a:rPr>
              <a:t>Феденёв</a:t>
            </a:r>
            <a:r>
              <a:rPr lang="ru-RU" sz="1800" b="1" dirty="0">
                <a:solidFill>
                  <a:srgbClr val="778EF1"/>
                </a:solidFill>
              </a:rPr>
              <a:t> В.Ю.</a:t>
            </a:r>
          </a:p>
          <a:p>
            <a:pPr algn="l"/>
            <a:r>
              <a:rPr lang="ru-RU" sz="1800" b="1" dirty="0">
                <a:solidFill>
                  <a:srgbClr val="778EF1"/>
                </a:solidFill>
              </a:rPr>
              <a:t>Руководитель</a:t>
            </a:r>
            <a:r>
              <a:rPr lang="en-US" sz="1800" b="1" dirty="0">
                <a:solidFill>
                  <a:srgbClr val="778EF1"/>
                </a:solidFill>
              </a:rPr>
              <a:t>: </a:t>
            </a:r>
            <a:r>
              <a:rPr lang="ru-RU" sz="1800" b="1" dirty="0">
                <a:solidFill>
                  <a:srgbClr val="778EF1"/>
                </a:solidFill>
                <a:effectLst/>
                <a:ea typeface="Times New Roman" panose="02020603050405020304" pitchFamily="18" charset="0"/>
              </a:rPr>
              <a:t>Шарипова</a:t>
            </a:r>
            <a:r>
              <a:rPr lang="en-US" sz="1800" b="1" dirty="0">
                <a:solidFill>
                  <a:srgbClr val="778EF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778EF1"/>
                </a:solidFill>
                <a:ea typeface="Times New Roman" panose="02020603050405020304" pitchFamily="18" charset="0"/>
              </a:rPr>
              <a:t>Д</a:t>
            </a:r>
            <a:r>
              <a:rPr lang="ru-RU" sz="1800" b="1" dirty="0" err="1">
                <a:solidFill>
                  <a:srgbClr val="778EF1"/>
                </a:solidFill>
                <a:effectLst/>
                <a:ea typeface="Times New Roman" panose="02020603050405020304" pitchFamily="18" charset="0"/>
              </a:rPr>
              <a:t>.</a:t>
            </a:r>
            <a:r>
              <a:rPr lang="ru-RU" sz="1800" b="1" dirty="0" err="1">
                <a:solidFill>
                  <a:srgbClr val="778EF1"/>
                </a:solidFill>
                <a:ea typeface="Times New Roman" panose="02020603050405020304" pitchFamily="18" charset="0"/>
              </a:rPr>
              <a:t>А</a:t>
            </a:r>
            <a:r>
              <a:rPr lang="en-US" sz="1800" b="1" dirty="0">
                <a:solidFill>
                  <a:srgbClr val="778EF1"/>
                </a:solidFill>
                <a:effectLst/>
                <a:ea typeface="Times New Roman" panose="02020603050405020304" pitchFamily="18" charset="0"/>
              </a:rPr>
              <a:t>.</a:t>
            </a:r>
            <a:endParaRPr lang="ru-RU" sz="1800" b="1" dirty="0">
              <a:solidFill>
                <a:srgbClr val="778E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16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D4E6A9-21A7-1FB5-B006-B2247B604A3F}"/>
              </a:ext>
            </a:extLst>
          </p:cNvPr>
          <p:cNvSpPr txBox="1"/>
          <p:nvPr/>
        </p:nvSpPr>
        <p:spPr>
          <a:xfrm>
            <a:off x="213360" y="236974"/>
            <a:ext cx="523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rgbClr val="4968ED"/>
                </a:solidFill>
                <a:latin typeface="+mj-lt"/>
              </a:rPr>
              <a:t>Цель и задачи практики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59926-F67A-20BF-23A2-B5BCDF4AA90D}"/>
              </a:ext>
            </a:extLst>
          </p:cNvPr>
          <p:cNvSpPr txBox="1"/>
          <p:nvPr/>
        </p:nvSpPr>
        <p:spPr>
          <a:xfrm>
            <a:off x="213360" y="108131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4968ED"/>
                </a:solidFill>
              </a:rPr>
              <a:t>Цель практики</a:t>
            </a:r>
            <a:endParaRPr lang="ru-RU" dirty="0">
              <a:solidFill>
                <a:srgbClr val="4968ED"/>
              </a:solidFill>
            </a:endParaRPr>
          </a:p>
          <a:p>
            <a:r>
              <a:rPr lang="ru-RU" dirty="0">
                <a:solidFill>
                  <a:srgbClr val="4968ED"/>
                </a:solidFill>
              </a:rPr>
              <a:t>Получение практических навыков сопровождения, обслуживания и разработки программного обеспечения в условиях действующего предприятия.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AEA20-F6E3-0378-C2B4-5EBD37822529}"/>
              </a:ext>
            </a:extLst>
          </p:cNvPr>
          <p:cNvSpPr txBox="1"/>
          <p:nvPr/>
        </p:nvSpPr>
        <p:spPr>
          <a:xfrm>
            <a:off x="213360" y="247965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4968ED"/>
                </a:solidFill>
              </a:rPr>
              <a:t>Задачи практики</a:t>
            </a:r>
            <a:endParaRPr lang="ru-RU" dirty="0">
              <a:solidFill>
                <a:srgbClr val="4968ED"/>
              </a:solidFill>
            </a:endParaRPr>
          </a:p>
          <a:p>
            <a:pPr marL="285750" indent="-285750">
              <a:buFont typeface="Aptos" panose="020B0004020202020204" pitchFamily="34" charset="0"/>
              <a:buChar char="–"/>
            </a:pPr>
            <a:r>
              <a:rPr lang="ru-RU" dirty="0">
                <a:solidFill>
                  <a:srgbClr val="4968ED"/>
                </a:solidFill>
              </a:rPr>
              <a:t>изучение структуры и деятельности предприятия;</a:t>
            </a:r>
          </a:p>
          <a:p>
            <a:pPr marL="285750" indent="-285750">
              <a:buFont typeface="Aptos" panose="020B0004020202020204" pitchFamily="34" charset="0"/>
              <a:buChar char="–"/>
            </a:pPr>
            <a:r>
              <a:rPr lang="ru-RU" dirty="0">
                <a:solidFill>
                  <a:srgbClr val="4968ED"/>
                </a:solidFill>
              </a:rPr>
              <a:t>анализ аппаратного и программного обеспечения;</a:t>
            </a:r>
          </a:p>
          <a:p>
            <a:pPr marL="285750" indent="-285750">
              <a:buFont typeface="Aptos" panose="020B0004020202020204" pitchFamily="34" charset="0"/>
              <a:buChar char="–"/>
            </a:pPr>
            <a:r>
              <a:rPr lang="ru-RU" dirty="0">
                <a:solidFill>
                  <a:srgbClr val="4968ED"/>
                </a:solidFill>
              </a:rPr>
              <a:t>изучение политики информационной безопасности;</a:t>
            </a:r>
          </a:p>
          <a:p>
            <a:pPr marL="285750" indent="-285750">
              <a:buFont typeface="Aptos" panose="020B0004020202020204" pitchFamily="34" charset="0"/>
              <a:buChar char="–"/>
            </a:pPr>
            <a:r>
              <a:rPr lang="ru-RU" dirty="0">
                <a:solidFill>
                  <a:srgbClr val="4968ED"/>
                </a:solidFill>
              </a:rPr>
              <a:t>разработка и тестирование веб-приложения.</a:t>
            </a:r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E0C62AE6-DE63-952F-1199-426B73DD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2359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81314C-B6BE-74B5-F257-09BA7F0804C8}"/>
              </a:ext>
            </a:extLst>
          </p:cNvPr>
          <p:cNvSpPr txBox="1"/>
          <p:nvPr/>
        </p:nvSpPr>
        <p:spPr>
          <a:xfrm>
            <a:off x="3081866" y="304801"/>
            <a:ext cx="6028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rgbClr val="4968ED"/>
                </a:solidFill>
                <a:latin typeface="+mj-lt"/>
              </a:rPr>
              <a:t>Организационная структура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AB36FBB-E816-2704-0D7C-B5FAB3073D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506" y="1690687"/>
            <a:ext cx="11732988" cy="3476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C1F60BB8-C827-EABD-58F3-EEA25CF0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7463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02ED53-FFE4-94EE-38B6-7D85BCF0E758}"/>
              </a:ext>
            </a:extLst>
          </p:cNvPr>
          <p:cNvSpPr txBox="1"/>
          <p:nvPr/>
        </p:nvSpPr>
        <p:spPr>
          <a:xfrm>
            <a:off x="2417233" y="304801"/>
            <a:ext cx="7357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u="none" strike="noStrike" cap="small" dirty="0">
                <a:solidFill>
                  <a:srgbClr val="4968ED"/>
                </a:solidFill>
                <a:effectLst/>
                <a:latin typeface="+mj-lt"/>
              </a:rPr>
              <a:t>Схема расположения рабочих мест</a:t>
            </a:r>
            <a:endParaRPr lang="ru-RU" sz="3600" b="1" dirty="0">
              <a:solidFill>
                <a:srgbClr val="4968ED"/>
              </a:solidFill>
              <a:latin typeface="+mj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312CB3-176F-C203-AFB1-E4100F09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108" y="1416799"/>
            <a:ext cx="7059613" cy="4922486"/>
          </a:xfrm>
          <a:prstGeom prst="rect">
            <a:avLst/>
          </a:prstGeom>
        </p:spPr>
      </p:pic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FC2519BF-D3CD-2B8B-D2DF-8A143D2B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904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17371E-4B3F-2920-9AD6-E88B93C15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370" y="1127760"/>
            <a:ext cx="4747260" cy="46024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0876E5-9930-70EF-6190-3493066A1346}"/>
              </a:ext>
            </a:extLst>
          </p:cNvPr>
          <p:cNvSpPr txBox="1"/>
          <p:nvPr/>
        </p:nvSpPr>
        <p:spPr>
          <a:xfrm>
            <a:off x="2417233" y="304801"/>
            <a:ext cx="7357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u="none" strike="noStrike" cap="small" dirty="0">
                <a:solidFill>
                  <a:srgbClr val="4968ED"/>
                </a:solidFill>
                <a:effectLst/>
                <a:latin typeface="+mj-lt"/>
              </a:rPr>
              <a:t>Схема локальной сети предприятия</a:t>
            </a:r>
            <a:endParaRPr lang="ru-RU" sz="3600" b="1" dirty="0">
              <a:solidFill>
                <a:srgbClr val="4968ED"/>
              </a:solidFill>
              <a:latin typeface="+mj-lt"/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946B7D7F-FEC7-CA9E-1CC6-27DBB313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8947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2C6CB7-38BC-D457-21E4-D36563C899A6}"/>
              </a:ext>
            </a:extLst>
          </p:cNvPr>
          <p:cNvSpPr txBox="1"/>
          <p:nvPr/>
        </p:nvSpPr>
        <p:spPr>
          <a:xfrm>
            <a:off x="4226983" y="304801"/>
            <a:ext cx="3738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u="none" strike="noStrike" cap="small" dirty="0">
                <a:solidFill>
                  <a:srgbClr val="4968ED"/>
                </a:solidFill>
                <a:effectLst/>
                <a:latin typeface="+mj-lt"/>
              </a:rPr>
              <a:t>Модульная схема</a:t>
            </a:r>
            <a:endParaRPr lang="ru-RU" sz="3600" b="1" dirty="0">
              <a:solidFill>
                <a:srgbClr val="4968ED"/>
              </a:solidFill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ADF46D-64D9-0448-0E57-EB09E77B35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" y="1271978"/>
            <a:ext cx="12027323" cy="49933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F10CB3EF-FA23-1C72-11C1-A41C5754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1967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C6839D-163D-886B-96B1-A40142839FFF}"/>
              </a:ext>
            </a:extLst>
          </p:cNvPr>
          <p:cNvSpPr txBox="1"/>
          <p:nvPr/>
        </p:nvSpPr>
        <p:spPr>
          <a:xfrm>
            <a:off x="2700866" y="134035"/>
            <a:ext cx="6790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Настройка защиты операционной системы средствами WINDOWS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55C953-C5D9-190E-87CC-171D5C0B3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407" y="1735666"/>
            <a:ext cx="5949800" cy="352213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91252E1-8E6A-6618-BE03-E1C5220EF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74" y="2239256"/>
            <a:ext cx="4553585" cy="2514951"/>
          </a:xfrm>
          <a:prstGeom prst="rect">
            <a:avLst/>
          </a:prstGeom>
        </p:spPr>
      </p:pic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D2AE511F-D887-FE6C-1449-AA6C4056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2953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02F6FB-E8ED-3578-41DA-925C35F1D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827" y="1473200"/>
            <a:ext cx="9104345" cy="538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29775C-D9BD-5A32-6220-69481DCE5FB5}"/>
              </a:ext>
            </a:extLst>
          </p:cNvPr>
          <p:cNvSpPr txBox="1"/>
          <p:nvPr/>
        </p:nvSpPr>
        <p:spPr>
          <a:xfrm>
            <a:off x="2700866" y="134035"/>
            <a:ext cx="6790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Настройка защиты операционной системы средствами WINDOWS</a:t>
            </a:r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264B71AF-6829-66BB-67D3-B6BCB1352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617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E0BFB7-D97E-0AEB-EA1B-5E2B841E10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641" y="1763077"/>
            <a:ext cx="7999413" cy="4760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9E4136-30FC-11F2-BC1C-6225FB44F412}"/>
              </a:ext>
            </a:extLst>
          </p:cNvPr>
          <p:cNvSpPr txBox="1"/>
          <p:nvPr/>
        </p:nvSpPr>
        <p:spPr>
          <a:xfrm>
            <a:off x="2700866" y="134035"/>
            <a:ext cx="6790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Настройка защиты операционной системы средствами WINDOWS</a:t>
            </a: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27EA2619-A056-77B6-703C-D2876918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1287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F54B18-9147-41C5-771B-85482BE5104F}"/>
              </a:ext>
            </a:extLst>
          </p:cNvPr>
          <p:cNvSpPr txBox="1"/>
          <p:nvPr/>
        </p:nvSpPr>
        <p:spPr>
          <a:xfrm>
            <a:off x="2700866" y="134035"/>
            <a:ext cx="6790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Настройка защиты операционной системы средствами </a:t>
            </a:r>
            <a:r>
              <a:rPr lang="en-US" sz="3600" dirty="0">
                <a:solidFill>
                  <a:srgbClr val="4968ED"/>
                </a:solidFill>
                <a:latin typeface="+mj-lt"/>
              </a:rPr>
              <a:t>LINUX</a:t>
            </a:r>
            <a:endParaRPr lang="ru-RU" sz="3600" dirty="0">
              <a:solidFill>
                <a:srgbClr val="4968ED"/>
              </a:solidFill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5A0F85-09A9-37F3-7507-B7B082BAA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47" y="1515005"/>
            <a:ext cx="5940425" cy="13557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D81BF4-7646-3CA5-0E96-35038EAD5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48" y="3060065"/>
            <a:ext cx="5940425" cy="73787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DC7113-804B-A830-23F1-F4C2630EE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82" y="3987270"/>
            <a:ext cx="5977890" cy="14351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D6A593-0ADB-D3EE-E782-A3C4F72784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168" y="2665200"/>
            <a:ext cx="5911850" cy="1322070"/>
          </a:xfrm>
          <a:prstGeom prst="rect">
            <a:avLst/>
          </a:prstGeom>
        </p:spPr>
      </p:pic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FC7BFD81-2A0A-38B1-8F1C-DED3BD22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21144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548752-BCD8-44E9-3C94-95D58E9D8B03}"/>
              </a:ext>
            </a:extLst>
          </p:cNvPr>
          <p:cNvSpPr txBox="1"/>
          <p:nvPr/>
        </p:nvSpPr>
        <p:spPr>
          <a:xfrm>
            <a:off x="3399366" y="134035"/>
            <a:ext cx="5393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Руководство пользователя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01EEB0-649F-AFC2-9A52-0F30DAFB5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520" y="1304607"/>
            <a:ext cx="4262225" cy="477534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2EB207-23E4-F003-4C4B-7D320020C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615" y="1304606"/>
            <a:ext cx="3221502" cy="4775346"/>
          </a:xfrm>
          <a:prstGeom prst="rect">
            <a:avLst/>
          </a:prstGeom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A60EDD44-FB22-6BD0-58D6-222D74B1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2067" y="6172200"/>
            <a:ext cx="1175173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2328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2A689-E22E-385A-4E45-915EE1930225}"/>
              </a:ext>
            </a:extLst>
          </p:cNvPr>
          <p:cNvSpPr txBox="1"/>
          <p:nvPr/>
        </p:nvSpPr>
        <p:spPr>
          <a:xfrm>
            <a:off x="3399366" y="134035"/>
            <a:ext cx="5393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Руководство пользователя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1DE854-FE92-FDBB-0F54-46E658A5A9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87" y="1855576"/>
            <a:ext cx="5940425" cy="373951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9B0406-4B04-36AE-B4EC-E8365E8D6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733" y="1460924"/>
            <a:ext cx="5618691" cy="4427685"/>
          </a:xfrm>
          <a:prstGeom prst="rect">
            <a:avLst/>
          </a:prstGeom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14C5EBB7-87A1-8B0D-03B1-4A0F7A2D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172200"/>
            <a:ext cx="125984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65848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C80297-7FA0-FCD5-7D2D-61F5E2AA1E8A}"/>
              </a:ext>
            </a:extLst>
          </p:cNvPr>
          <p:cNvSpPr txBox="1"/>
          <p:nvPr/>
        </p:nvSpPr>
        <p:spPr>
          <a:xfrm>
            <a:off x="3399366" y="134035"/>
            <a:ext cx="5393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Руководство пользователя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A2E77E-2FF1-99B9-293B-86A10272E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787" y="1885315"/>
            <a:ext cx="5940425" cy="3087370"/>
          </a:xfrm>
          <a:prstGeom prst="rect">
            <a:avLst/>
          </a:prstGeom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E6B10FDA-D317-D0DA-858E-963CA852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172200"/>
            <a:ext cx="125984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48803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C1F32-3A16-466D-3D4A-62E19ABAD116}"/>
              </a:ext>
            </a:extLst>
          </p:cNvPr>
          <p:cNvSpPr txBox="1"/>
          <p:nvPr/>
        </p:nvSpPr>
        <p:spPr>
          <a:xfrm>
            <a:off x="3399366" y="134035"/>
            <a:ext cx="5393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Руководство пользователя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0BE5E7-21DC-67C0-DDDD-6AAEB4FFE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8267"/>
            <a:ext cx="5940425" cy="471106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62BE34-4D1B-2007-F86A-49FFEE84D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575" y="1254759"/>
            <a:ext cx="5940425" cy="4958080"/>
          </a:xfrm>
          <a:prstGeom prst="rect">
            <a:avLst/>
          </a:prstGeom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408FD407-8B7B-AAD3-DFDD-5F782CB2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172200"/>
            <a:ext cx="125984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10153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4B247C-5371-71FD-B403-08D00F72DC6C}"/>
              </a:ext>
            </a:extLst>
          </p:cNvPr>
          <p:cNvSpPr txBox="1"/>
          <p:nvPr/>
        </p:nvSpPr>
        <p:spPr>
          <a:xfrm>
            <a:off x="3399366" y="134035"/>
            <a:ext cx="5393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Руководство пользователя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6A210F-55AC-A7DA-49F8-8B073135C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787" y="1926907"/>
            <a:ext cx="5940425" cy="3004185"/>
          </a:xfrm>
          <a:prstGeom prst="rect">
            <a:avLst/>
          </a:prstGeom>
        </p:spPr>
      </p:pic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B0CCFF2A-5359-6E44-32A3-ED69A14E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172200"/>
            <a:ext cx="1259840" cy="593725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4968E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19395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6DE3A4-89C8-B8DF-0769-56D033A18861}"/>
              </a:ext>
            </a:extLst>
          </p:cNvPr>
          <p:cNvSpPr txBox="1"/>
          <p:nvPr/>
        </p:nvSpPr>
        <p:spPr>
          <a:xfrm>
            <a:off x="3795183" y="2782669"/>
            <a:ext cx="4601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4968ED"/>
                </a:solidFill>
                <a:latin typeface="+mj-lt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0184492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162</Words>
  <Application>Microsoft Office PowerPoint</Application>
  <PresentationFormat>Широкоэкранный</PresentationFormat>
  <Paragraphs>42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Name No</dc:creator>
  <cp:lastModifiedBy>Name No</cp:lastModifiedBy>
  <cp:revision>2</cp:revision>
  <dcterms:created xsi:type="dcterms:W3CDTF">2025-12-22T11:11:23Z</dcterms:created>
  <dcterms:modified xsi:type="dcterms:W3CDTF">2025-12-23T06:10:14Z</dcterms:modified>
</cp:coreProperties>
</file>